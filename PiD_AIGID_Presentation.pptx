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Epoch 0 — Validation Accuracy per Shard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 (%)</c:v>
                </c:pt>
              </c:strCache>
            </c:strRef>
          </c:tx>
          <c:spPr>
            <a:solidFill>
              <a:srgbClr val="F96167"/>
            </a:solidFill>
            <a:ln w="3175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54</c:v>
                  </c:pt>
                  <c:pt idx="1">
                    <c:v>58</c:v>
                  </c:pt>
                  <c:pt idx="2">
                    <c:v>62</c:v>
                  </c:pt>
                  <c:pt idx="3">
                    <c:v>66</c:v>
                  </c:pt>
                  <c:pt idx="4">
                    <c:v>70</c:v>
                  </c:pt>
                  <c:pt idx="5">
                    <c:v>74</c:v>
                  </c:pt>
                  <c:pt idx="6">
                    <c:v>78</c:v>
                  </c:pt>
                  <c:pt idx="7">
                    <c:v>82</c:v>
                  </c:pt>
                  <c:pt idx="8">
                    <c:v>86</c:v>
                  </c:pt>
                  <c:pt idx="9">
                    <c:v>90</c:v>
                  </c:pt>
                  <c:pt idx="10">
                    <c:v>94</c:v>
                  </c:pt>
                  <c:pt idx="11">
                    <c:v>98</c:v>
                  </c:pt>
                  <c:pt idx="12">
                    <c:v>102</c:v>
                  </c:pt>
                  <c:pt idx="13">
                    <c:v>106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89.98</c:v>
                </c:pt>
                <c:pt idx="1">
                  <c:v>90.83</c:v>
                </c:pt>
                <c:pt idx="2">
                  <c:v>91.32</c:v>
                </c:pt>
                <c:pt idx="3">
                  <c:v>91.65</c:v>
                </c:pt>
                <c:pt idx="4">
                  <c:v>92.08</c:v>
                </c:pt>
                <c:pt idx="5">
                  <c:v>92.52</c:v>
                </c:pt>
                <c:pt idx="6">
                  <c:v>92.61</c:v>
                </c:pt>
                <c:pt idx="7">
                  <c:v>92.79</c:v>
                </c:pt>
                <c:pt idx="8">
                  <c:v>93.12</c:v>
                </c:pt>
                <c:pt idx="9">
                  <c:v>93.26</c:v>
                </c:pt>
                <c:pt idx="10">
                  <c:v>93.57</c:v>
                </c:pt>
                <c:pt idx="11">
                  <c:v>93.53</c:v>
                </c:pt>
                <c:pt idx="12">
                  <c:v>93.73</c:v>
                </c:pt>
                <c:pt idx="13">
                  <c:v>93.82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89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27358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7358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PiD_AIGID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49808" y="32461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AI-Generated Image Detection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Pixelwise Decomposition Residuals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4343400"/>
            <a:ext cx="128016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5720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deep-learning pipeline that flags AI-generated images by learning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subtle noise signature left behind by lossy pixel decomposition.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Project Supervisor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AI-Generated Image Detection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280160" y="16642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models are now near-photorealistic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03911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and GAN-based tools produce images that are increasingly difficult for humans to distinguish from real photographs.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280160" y="30815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stakes are rising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45643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Misinformation, identity fraud, fabricated evidence, and manipulated media all depend on the assumption that a photo is trustworthy by default.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Detectors need to generalize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87375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trained only on one generator's quirks fails the moment a new model architecture appears — the field needs signals that transfer.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PiD_AIGID — AI-Generated Image Detection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Peer-Reviewed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“PiD: Generalized AI-Generated Images Detection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Pixelwise Decomposition Residuals”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and real images respond differently to a lossy round-trip through YUV color-space quantization — the residual left behind is a generalizable forensic signal, not tied to any one generator's artifacts.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73736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965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were checked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the paper's own ablations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260604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paper's ablation study shows normalizing the PiD residual actually hurts detection performance — so this implementation deliberately leaves residuals unnormalized, matching the paper rather than “common practice.”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fu25i.pdf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PiD_AIGID — AI-Generated Image Detection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70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Image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18211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from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GenImage-arrow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80944" y="3108960"/>
            <a:ext cx="3931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246888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3B4795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670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 Residual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318211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RGB→YUV→quantize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→RGB, subtract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9864" y="3108960"/>
            <a:ext cx="3931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46888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670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ResNet50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318211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binary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58784" y="3108960"/>
            <a:ext cx="393192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9006840" y="246888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2670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318211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vs.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nebula/GenImage-arrow — streamed, not fully downloaded — split into 200 shards of 6,400 images each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023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 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4132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50292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51023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Shards 1–19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46120" y="54132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502920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5102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Shards 20–199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0" y="5413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PiD_AIGID — AI-Generated Image Detection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ALGORITHM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PiD Residual Is Extracted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24" dirty="0"/>
          </a:p>
        </p:txBody>
      </p:sp>
      <p:sp>
        <p:nvSpPr>
          <p:cNvPr id="6" name="Text 4"/>
          <p:cNvSpPr/>
          <p:nvPr/>
        </p:nvSpPr>
        <p:spPr>
          <a:xfrm>
            <a:off x="1143000" y="16367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 input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09160" y="1636776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256×256 (LANCZOS), force RGB (handles grayscale / RGBA sources)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" y="2075688"/>
            <a:ext cx="0" cy="292608"/>
          </a:xfrm>
          <a:prstGeom prst="line">
            <a:avLst/>
          </a:prstGeom>
          <a:noFill/>
          <a:ln w="19050">
            <a:solidFill>
              <a:srgbClr val="D8DC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24" dirty="0"/>
          </a:p>
        </p:txBody>
      </p:sp>
      <p:sp>
        <p:nvSpPr>
          <p:cNvPr id="11" name="Text 9"/>
          <p:cNvSpPr/>
          <p:nvPr/>
        </p:nvSpPr>
        <p:spPr>
          <a:xfrm>
            <a:off x="1143000" y="23225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RGB → YUV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09160" y="2322576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the standard ITU-R BT.601 color transform matrix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" y="2761488"/>
            <a:ext cx="0" cy="292608"/>
          </a:xfrm>
          <a:prstGeom prst="line">
            <a:avLst/>
          </a:prstGeom>
          <a:noFill/>
          <a:ln w="19050">
            <a:solidFill>
              <a:srgbClr val="D8D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24" dirty="0"/>
          </a:p>
        </p:txBody>
      </p:sp>
      <p:sp>
        <p:nvSpPr>
          <p:cNvPr id="16" name="Text 14"/>
          <p:cNvSpPr/>
          <p:nvPr/>
        </p:nvSpPr>
        <p:spPr>
          <a:xfrm>
            <a:off x="1143000" y="30083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Quantize (floor)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09160" y="3008376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sub-integer precision — this is the actual lossy step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" y="3447288"/>
            <a:ext cx="0" cy="292608"/>
          </a:xfrm>
          <a:prstGeom prst="line">
            <a:avLst/>
          </a:prstGeom>
          <a:noFill/>
          <a:ln w="19050">
            <a:solidFill>
              <a:srgbClr val="D8DC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24" dirty="0"/>
          </a:p>
        </p:txBody>
      </p:sp>
      <p:sp>
        <p:nvSpPr>
          <p:cNvPr id="21" name="Text 19"/>
          <p:cNvSpPr/>
          <p:nvPr/>
        </p:nvSpPr>
        <p:spPr>
          <a:xfrm>
            <a:off x="1143000" y="36941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YUV → RGB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09160" y="3694176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the inverse transform matrix to reconstruct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0664" y="4133088"/>
            <a:ext cx="0" cy="292608"/>
          </a:xfrm>
          <a:prstGeom prst="line">
            <a:avLst/>
          </a:prstGeom>
          <a:noFill/>
          <a:ln w="19050">
            <a:solidFill>
              <a:srgbClr val="D8DC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24" dirty="0"/>
          </a:p>
        </p:txBody>
      </p:sp>
      <p:sp>
        <p:nvSpPr>
          <p:cNvPr id="26" name="Text 24"/>
          <p:cNvSpPr/>
          <p:nvPr/>
        </p:nvSpPr>
        <p:spPr>
          <a:xfrm>
            <a:off x="1143000" y="43799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Quantize again (round)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709160" y="4379976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precision-loss pass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0664" y="4818888"/>
            <a:ext cx="0" cy="292608"/>
          </a:xfrm>
          <a:prstGeom prst="line">
            <a:avLst/>
          </a:prstGeom>
          <a:noFill/>
          <a:ln w="19050">
            <a:solidFill>
              <a:srgbClr val="D8DC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24" dirty="0"/>
          </a:p>
        </p:txBody>
      </p:sp>
      <p:sp>
        <p:nvSpPr>
          <p:cNvPr id="31" name="Text 29"/>
          <p:cNvSpPr/>
          <p:nvPr/>
        </p:nvSpPr>
        <p:spPr>
          <a:xfrm>
            <a:off x="1143000" y="50657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= Original − Reconstructed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709160" y="5065776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forensic signal fed into the classifier — kept unnormalized per the paper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PiD_AIGID — AI-Generated Image Detection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ResNet50, Fully Fine-Tuned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063240"/>
            <a:ext cx="1234440" cy="13716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54680"/>
            <a:ext cx="1143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(3×256×256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21408" y="3611880"/>
            <a:ext cx="283464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3063240"/>
            <a:ext cx="1234440" cy="13716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3154680"/>
            <a:ext cx="1143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Backbone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(ImageNet init.)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75888" y="3611880"/>
            <a:ext cx="283464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1" name="Shape 9"/>
          <p:cNvSpPr/>
          <p:nvPr/>
        </p:nvSpPr>
        <p:spPr>
          <a:xfrm>
            <a:off x="3977640" y="3063240"/>
            <a:ext cx="1234440" cy="1371600"/>
          </a:xfrm>
          <a:prstGeom prst="roundRect">
            <a:avLst>
              <a:gd name="adj" fmla="val 4444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3154680"/>
            <a:ext cx="1143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FC Head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classes)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30368" y="3611880"/>
            <a:ext cx="283464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4" name="Shape 12"/>
          <p:cNvSpPr/>
          <p:nvPr/>
        </p:nvSpPr>
        <p:spPr>
          <a:xfrm>
            <a:off x="5532120" y="3063240"/>
            <a:ext cx="1234440" cy="13716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3154680"/>
            <a:ext cx="1143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19659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parameters unfrozen — the network fine-tunes end-to-end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patterns differ fundamentally from natural-image statistics, so early conv layers are re-tuned too, not just the classification head.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SGD, lr = 0.0001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1783080"/>
            <a:ext cx="416052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ResNet50?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26680" y="256032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7936992" y="240487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pretrained low-level filters transfer well to noise-like residual textures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26680" y="342900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7936992" y="327355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enough to model subtle, spatially-distributed artifacts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26680" y="4297680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7936992" y="414223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Well-understood, reproducible baseline for comparison against the paper's results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PiD_AIGID — AI-Generated Image 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During Training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99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 crashed: “used all available RAM”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51960" y="18105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cache built a Python list of every residual, then stacked it — briefly holding two full copies (~9GB) in memory at once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0" y="181051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to stream residuals directly into a disk-backed memory-mapped array, one image at a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24612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1417320" y="29992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progress lost after every crash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51960" y="299923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were saved after validation — but validation (network-bound) was the actual failure point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55280" y="299923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Reordered: save checkpoint immediately after training, before validation runs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3484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990" dirty="0"/>
          </a:p>
        </p:txBody>
      </p:sp>
      <p:sp>
        <p:nvSpPr>
          <p:cNvPr id="19" name="Text 17"/>
          <p:cNvSpPr/>
          <p:nvPr/>
        </p:nvSpPr>
        <p:spPr>
          <a:xfrm>
            <a:off x="1417320" y="418795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HuggingFace timeouts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51960" y="418795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requests hit strict rate limits with a 10s default timeout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55280" y="418795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timeout to 60s; recommended an HF access token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5623560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623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990" dirty="0"/>
          </a:p>
        </p:txBody>
      </p:sp>
      <p:sp>
        <p:nvSpPr>
          <p:cNvPr id="25" name="Text 23"/>
          <p:cNvSpPr/>
          <p:nvPr/>
        </p:nvSpPr>
        <p:spPr>
          <a:xfrm>
            <a:off x="1417320" y="537667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of a corrupted checkpoint file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251960" y="537667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torch.save() is not atomic — an interrupt mid-write could truncate the file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55280" y="537667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a temp file, then atomically rename into place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17320" y="148132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Root Cause   </a:t>
            </a:r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Fix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PiD_AIGID — AI-Generated Image Detection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Reproducible, Portable Training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Auto-Saved Checkpoints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“latest” checkpoint plus a separately-tracked best_model.pth, updated only when validation accuracy improves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116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Auto-Logged Metrics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validated shard appends to metrics.csv and regenerates a learning-curve plot — survives crashes and restarts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51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Memory-Safe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6,400-image validation set stored as a disk-backed memory map — never fully loaded into RAM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251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 by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7091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Checkpoint, metrics, and cache directories are environment-variable driven — identical code runs on Colab or Kaggle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PiD_AIGID — AI-Generated Image Detection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Accuracy Climbs Steadily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737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965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+3.8 pts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321040" y="2651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gain across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 54 → 106 alone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38160" y="388620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836676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sign of overfitting here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66760" y="44348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and validation accuracy move together — loss falling as accuracy climbs, rather than diverging.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PiD_AIGID — AI-Generated Image Detection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Training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~99%+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validation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observed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9659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/ 200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251960" y="27432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 completed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epoch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9659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955280" y="27432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completed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4114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Step: Held-Out Generalization Check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553712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alone doesn't confirm generalization — shards 1–19 were never touched by training or validation. Running the model against them gives a true measure of overfitting: a result close to validation accuracy means the model generalizes well; a large gap would indicate overfitting to the validation shard specifically.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PiD_AIGID — AI-Generated Image Detection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0370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residuals + fine-tuned ResNet50 is a viable, paper-grounded approach to AI-image detection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8094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is now stable, memory-safe, and portable across Colab and Kaggle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5818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118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has climbed steadily with no divergence signal so far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737360"/>
            <a:ext cx="0" cy="42062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220370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0574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held-out test-set evaluation and report the generalization gap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02666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8803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robustness against generators unseen in GenImage-arrow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84962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lighter backbones for faster inference without sacrificing accuracy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67258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526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against common image transformations (compression, resizing, cropping)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PiD_AIGID — AI-Generated Image Detection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7358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4572000" cy="4572000"/>
          </a:xfrm>
          <a:prstGeom prst="ellipse">
            <a:avLst/>
          </a:prstGeom>
          <a:solidFill>
            <a:srgbClr val="27358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3429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4069080"/>
            <a:ext cx="128016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github.com/abdoshsht226/PiD_AIGID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2026-08-05T01:12:34Z</dcterms:created>
  <dcterms:modified xsi:type="dcterms:W3CDTF">2026-08-05T01:12:34Z</dcterms:modified>
</cp:coreProperties>
</file>